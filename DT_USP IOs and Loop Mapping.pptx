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" roundtripDataSignature="AMtx7mgZpsYb05Ri1Hn0gnu7Vr11PTNO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5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761307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3918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B932F0A5-7F73-4F88-EBEE-ABB9AC9DD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456" y="563630"/>
            <a:ext cx="7944959" cy="5772956"/>
          </a:xfrm>
          <a:prstGeom prst="rect">
            <a:avLst/>
          </a:prstGeom>
        </p:spPr>
      </p:pic>
      <p:pic>
        <p:nvPicPr>
          <p:cNvPr id="107" name="Google Shape;10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19509" y="4501358"/>
            <a:ext cx="2672491" cy="22953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oogle Shape;85;p1">
            <a:extLst>
              <a:ext uri="{FF2B5EF4-FFF2-40B4-BE49-F238E27FC236}">
                <a16:creationId xmlns:a16="http://schemas.microsoft.com/office/drawing/2014/main" id="{06D03F18-17AE-7F9F-1950-1FB11D211518}"/>
              </a:ext>
            </a:extLst>
          </p:cNvPr>
          <p:cNvGrpSpPr/>
          <p:nvPr/>
        </p:nvGrpSpPr>
        <p:grpSpPr>
          <a:xfrm rot="173288">
            <a:off x="5227915" y="1552762"/>
            <a:ext cx="2438143" cy="1462141"/>
            <a:chOff x="4592437" y="1044165"/>
            <a:chExt cx="2438143" cy="1462141"/>
          </a:xfrm>
        </p:grpSpPr>
        <p:sp>
          <p:nvSpPr>
            <p:cNvPr id="5" name="Google Shape;86;p1">
              <a:extLst>
                <a:ext uri="{FF2B5EF4-FFF2-40B4-BE49-F238E27FC236}">
                  <a16:creationId xmlns:a16="http://schemas.microsoft.com/office/drawing/2014/main" id="{BB11155D-AE13-E17C-1955-15C392C57B8B}"/>
                </a:ext>
              </a:extLst>
            </p:cNvPr>
            <p:cNvSpPr/>
            <p:nvPr/>
          </p:nvSpPr>
          <p:spPr>
            <a:xfrm>
              <a:off x="4592437" y="2289830"/>
              <a:ext cx="293699" cy="216476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C55A1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0" rIns="3600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I1</a:t>
              </a:r>
              <a:endParaRPr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87;p1">
              <a:extLst>
                <a:ext uri="{FF2B5EF4-FFF2-40B4-BE49-F238E27FC236}">
                  <a16:creationId xmlns:a16="http://schemas.microsoft.com/office/drawing/2014/main" id="{907E00CB-8A7A-5A4C-BBAB-3D2A8999C8FE}"/>
                </a:ext>
              </a:extLst>
            </p:cNvPr>
            <p:cNvSpPr/>
            <p:nvPr/>
          </p:nvSpPr>
          <p:spPr>
            <a:xfrm>
              <a:off x="6736881" y="1044165"/>
              <a:ext cx="293699" cy="216476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C55A1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0" rIns="3600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I2</a:t>
              </a:r>
              <a:endParaRPr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" name="Google Shape;88;p1">
              <a:extLst>
                <a:ext uri="{FF2B5EF4-FFF2-40B4-BE49-F238E27FC236}">
                  <a16:creationId xmlns:a16="http://schemas.microsoft.com/office/drawing/2014/main" id="{51D6E34C-6858-35B6-21FC-100E2CFEC58D}"/>
                </a:ext>
              </a:extLst>
            </p:cNvPr>
            <p:cNvCxnSpPr/>
            <p:nvPr/>
          </p:nvCxnSpPr>
          <p:spPr>
            <a:xfrm rot="10800000" flipH="1">
              <a:off x="4938446" y="1214023"/>
              <a:ext cx="1517452" cy="95764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lg" len="lg"/>
            </a:ln>
          </p:spPr>
        </p:cxnSp>
        <p:cxnSp>
          <p:nvCxnSpPr>
            <p:cNvPr id="8" name="Google Shape;89;p1">
              <a:extLst>
                <a:ext uri="{FF2B5EF4-FFF2-40B4-BE49-F238E27FC236}">
                  <a16:creationId xmlns:a16="http://schemas.microsoft.com/office/drawing/2014/main" id="{9410074C-2E4A-5C51-18E3-95D3B20F89E1}"/>
                </a:ext>
              </a:extLst>
            </p:cNvPr>
            <p:cNvCxnSpPr/>
            <p:nvPr/>
          </p:nvCxnSpPr>
          <p:spPr>
            <a:xfrm flipH="1">
              <a:off x="5045613" y="1346920"/>
              <a:ext cx="1422761" cy="89788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lg" len="lg"/>
            </a:ln>
          </p:spPr>
        </p:cxnSp>
        <p:sp>
          <p:nvSpPr>
            <p:cNvPr id="9" name="Google Shape;90;p1">
              <a:extLst>
                <a:ext uri="{FF2B5EF4-FFF2-40B4-BE49-F238E27FC236}">
                  <a16:creationId xmlns:a16="http://schemas.microsoft.com/office/drawing/2014/main" id="{A2074F07-9177-FE4B-D693-A9670917C21E}"/>
                </a:ext>
              </a:extLst>
            </p:cNvPr>
            <p:cNvSpPr/>
            <p:nvPr/>
          </p:nvSpPr>
          <p:spPr>
            <a:xfrm>
              <a:off x="5403473" y="1485404"/>
              <a:ext cx="293699" cy="212211"/>
            </a:xfrm>
            <a:prstGeom prst="rect">
              <a:avLst/>
            </a:prstGeom>
            <a:solidFill>
              <a:srgbClr val="EDEDED"/>
            </a:solidFill>
            <a:ln w="12700" cap="flat" cmpd="sng">
              <a:solidFill>
                <a:srgbClr val="C9C9C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0" rIns="3600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dirty="0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lang="pt-BR" sz="1400" b="1" i="0" u="none" strike="noStrike" cap="none" dirty="0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 b="1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91;p1">
              <a:extLst>
                <a:ext uri="{FF2B5EF4-FFF2-40B4-BE49-F238E27FC236}">
                  <a16:creationId xmlns:a16="http://schemas.microsoft.com/office/drawing/2014/main" id="{5B247DDE-8495-EE23-FD06-3671BF65285D}"/>
                </a:ext>
              </a:extLst>
            </p:cNvPr>
            <p:cNvSpPr/>
            <p:nvPr/>
          </p:nvSpPr>
          <p:spPr>
            <a:xfrm>
              <a:off x="5822638" y="1704737"/>
              <a:ext cx="293699" cy="212211"/>
            </a:xfrm>
            <a:prstGeom prst="rect">
              <a:avLst/>
            </a:prstGeom>
            <a:solidFill>
              <a:srgbClr val="EDEDED"/>
            </a:solidFill>
            <a:ln w="12700" cap="flat" cmpd="sng">
              <a:solidFill>
                <a:srgbClr val="C9C9C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0" rIns="3600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dirty="0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lang="pt-BR" sz="1400" b="1" i="0" u="none" strike="noStrike" cap="none" dirty="0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 b="1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Google Shape;92;p1">
            <a:extLst>
              <a:ext uri="{FF2B5EF4-FFF2-40B4-BE49-F238E27FC236}">
                <a16:creationId xmlns:a16="http://schemas.microsoft.com/office/drawing/2014/main" id="{81E40B98-852F-48C1-9812-3C8F5B7A3909}"/>
              </a:ext>
            </a:extLst>
          </p:cNvPr>
          <p:cNvGrpSpPr/>
          <p:nvPr/>
        </p:nvGrpSpPr>
        <p:grpSpPr>
          <a:xfrm>
            <a:off x="5446666" y="3450108"/>
            <a:ext cx="1004294" cy="1477662"/>
            <a:chOff x="5136943" y="2807652"/>
            <a:chExt cx="1004294" cy="1477662"/>
          </a:xfrm>
        </p:grpSpPr>
        <p:sp>
          <p:nvSpPr>
            <p:cNvPr id="12" name="Google Shape;93;p1">
              <a:extLst>
                <a:ext uri="{FF2B5EF4-FFF2-40B4-BE49-F238E27FC236}">
                  <a16:creationId xmlns:a16="http://schemas.microsoft.com/office/drawing/2014/main" id="{4FC0CE17-EC02-6824-5ACD-9C21F7FCF7B6}"/>
                </a:ext>
              </a:extLst>
            </p:cNvPr>
            <p:cNvSpPr/>
            <p:nvPr/>
          </p:nvSpPr>
          <p:spPr>
            <a:xfrm>
              <a:off x="5474084" y="2807652"/>
              <a:ext cx="293699" cy="216476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C55A1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0" rIns="3600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I3</a:t>
              </a:r>
              <a:endParaRPr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94;p1">
              <a:extLst>
                <a:ext uri="{FF2B5EF4-FFF2-40B4-BE49-F238E27FC236}">
                  <a16:creationId xmlns:a16="http://schemas.microsoft.com/office/drawing/2014/main" id="{5DCDBDD3-0D7E-830D-1B45-016678384422}"/>
                </a:ext>
              </a:extLst>
            </p:cNvPr>
            <p:cNvSpPr/>
            <p:nvPr/>
          </p:nvSpPr>
          <p:spPr>
            <a:xfrm>
              <a:off x="5474084" y="4068838"/>
              <a:ext cx="293699" cy="216476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C55A1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0" rIns="3600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I4</a:t>
              </a:r>
              <a:endParaRPr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" name="Google Shape;95;p1">
              <a:extLst>
                <a:ext uri="{FF2B5EF4-FFF2-40B4-BE49-F238E27FC236}">
                  <a16:creationId xmlns:a16="http://schemas.microsoft.com/office/drawing/2014/main" id="{CC01CEA7-452F-F7EA-AE38-5566CA74EBE4}"/>
                </a:ext>
              </a:extLst>
            </p:cNvPr>
            <p:cNvCxnSpPr/>
            <p:nvPr/>
          </p:nvCxnSpPr>
          <p:spPr>
            <a:xfrm rot="10800000">
              <a:off x="5561793" y="3065847"/>
              <a:ext cx="0" cy="920523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lg" len="lg"/>
            </a:ln>
          </p:spPr>
        </p:cxnSp>
        <p:cxnSp>
          <p:nvCxnSpPr>
            <p:cNvPr id="15" name="Google Shape;96;p1">
              <a:extLst>
                <a:ext uri="{FF2B5EF4-FFF2-40B4-BE49-F238E27FC236}">
                  <a16:creationId xmlns:a16="http://schemas.microsoft.com/office/drawing/2014/main" id="{A2C80975-7B15-DAAB-967F-F36DC962364C}"/>
                </a:ext>
              </a:extLst>
            </p:cNvPr>
            <p:cNvCxnSpPr/>
            <p:nvPr/>
          </p:nvCxnSpPr>
          <p:spPr>
            <a:xfrm>
              <a:off x="5680132" y="3073362"/>
              <a:ext cx="0" cy="94566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lg" len="lg"/>
            </a:ln>
          </p:spPr>
        </p:cxnSp>
        <p:sp>
          <p:nvSpPr>
            <p:cNvPr id="16" name="Google Shape;97;p1">
              <a:extLst>
                <a:ext uri="{FF2B5EF4-FFF2-40B4-BE49-F238E27FC236}">
                  <a16:creationId xmlns:a16="http://schemas.microsoft.com/office/drawing/2014/main" id="{01569A8F-DC52-E968-77D4-7753F604CD6A}"/>
                </a:ext>
              </a:extLst>
            </p:cNvPr>
            <p:cNvSpPr/>
            <p:nvPr/>
          </p:nvSpPr>
          <p:spPr>
            <a:xfrm>
              <a:off x="5136943" y="3361579"/>
              <a:ext cx="391226" cy="212211"/>
            </a:xfrm>
            <a:prstGeom prst="rect">
              <a:avLst/>
            </a:prstGeom>
            <a:solidFill>
              <a:srgbClr val="EDEDED"/>
            </a:solidFill>
            <a:ln w="12700" cap="flat" cmpd="sng">
              <a:solidFill>
                <a:srgbClr val="C9C9C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0" rIns="3600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b="1" dirty="0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O4</a:t>
              </a:r>
              <a:endParaRPr sz="1400" b="1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98;p1">
              <a:extLst>
                <a:ext uri="{FF2B5EF4-FFF2-40B4-BE49-F238E27FC236}">
                  <a16:creationId xmlns:a16="http://schemas.microsoft.com/office/drawing/2014/main" id="{DA4AF4C7-4919-D997-30C3-26A4BDEE21FA}"/>
                </a:ext>
              </a:extLst>
            </p:cNvPr>
            <p:cNvSpPr/>
            <p:nvPr/>
          </p:nvSpPr>
          <p:spPr>
            <a:xfrm>
              <a:off x="5697172" y="3361579"/>
              <a:ext cx="444065" cy="212211"/>
            </a:xfrm>
            <a:prstGeom prst="rect">
              <a:avLst/>
            </a:prstGeom>
            <a:solidFill>
              <a:srgbClr val="EDEDED"/>
            </a:solidFill>
            <a:ln w="12700" cap="flat" cmpd="sng">
              <a:solidFill>
                <a:srgbClr val="C9C9C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0" rIns="3600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b="1" dirty="0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O3</a:t>
              </a:r>
              <a:endParaRPr sz="1400" b="1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" name="Google Shape;99;p1">
            <a:extLst>
              <a:ext uri="{FF2B5EF4-FFF2-40B4-BE49-F238E27FC236}">
                <a16:creationId xmlns:a16="http://schemas.microsoft.com/office/drawing/2014/main" id="{CD7DC27E-1F53-73B1-476D-B54B70BF450A}"/>
              </a:ext>
            </a:extLst>
          </p:cNvPr>
          <p:cNvGrpSpPr/>
          <p:nvPr/>
        </p:nvGrpSpPr>
        <p:grpSpPr>
          <a:xfrm>
            <a:off x="6511166" y="4323841"/>
            <a:ext cx="686233" cy="778666"/>
            <a:chOff x="6210968" y="3414685"/>
            <a:chExt cx="686233" cy="778666"/>
          </a:xfrm>
        </p:grpSpPr>
        <p:sp>
          <p:nvSpPr>
            <p:cNvPr id="19" name="Google Shape;100;p1">
              <a:extLst>
                <a:ext uri="{FF2B5EF4-FFF2-40B4-BE49-F238E27FC236}">
                  <a16:creationId xmlns:a16="http://schemas.microsoft.com/office/drawing/2014/main" id="{795148A0-1BBF-3684-BAB1-1BE18B7AE713}"/>
                </a:ext>
              </a:extLst>
            </p:cNvPr>
            <p:cNvSpPr/>
            <p:nvPr/>
          </p:nvSpPr>
          <p:spPr>
            <a:xfrm>
              <a:off x="6232848" y="3414685"/>
              <a:ext cx="293699" cy="216476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C55A1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0" rIns="3600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I6</a:t>
              </a:r>
              <a:endParaRPr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01;p1">
              <a:extLst>
                <a:ext uri="{FF2B5EF4-FFF2-40B4-BE49-F238E27FC236}">
                  <a16:creationId xmlns:a16="http://schemas.microsoft.com/office/drawing/2014/main" id="{942B8261-0871-ECEB-5AD3-A089B2191AB4}"/>
                </a:ext>
              </a:extLst>
            </p:cNvPr>
            <p:cNvSpPr/>
            <p:nvPr/>
          </p:nvSpPr>
          <p:spPr>
            <a:xfrm>
              <a:off x="6232848" y="3976875"/>
              <a:ext cx="293699" cy="216476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C55A1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0" rIns="3600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I5</a:t>
              </a:r>
              <a:endParaRPr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02;p1">
              <a:extLst>
                <a:ext uri="{FF2B5EF4-FFF2-40B4-BE49-F238E27FC236}">
                  <a16:creationId xmlns:a16="http://schemas.microsoft.com/office/drawing/2014/main" id="{0185C330-C90A-CA4B-DCFB-60AB0BE9E389}"/>
                </a:ext>
              </a:extLst>
            </p:cNvPr>
            <p:cNvSpPr/>
            <p:nvPr/>
          </p:nvSpPr>
          <p:spPr>
            <a:xfrm>
              <a:off x="6210968" y="3821157"/>
              <a:ext cx="337457" cy="126382"/>
            </a:xfrm>
            <a:prstGeom prst="leftRightArrow">
              <a:avLst>
                <a:gd name="adj1" fmla="val 50000"/>
                <a:gd name="adj2" fmla="val 50000"/>
              </a:avLst>
            </a:prstGeom>
            <a:solidFill>
              <a:srgbClr val="3A3838"/>
            </a:solidFill>
            <a:ln w="12700" cap="flat" cmpd="sng">
              <a:solidFill>
                <a:srgbClr val="17161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03;p1">
              <a:extLst>
                <a:ext uri="{FF2B5EF4-FFF2-40B4-BE49-F238E27FC236}">
                  <a16:creationId xmlns:a16="http://schemas.microsoft.com/office/drawing/2014/main" id="{7FF978A8-FECB-AB0C-9DCA-FB34BF9B7721}"/>
                </a:ext>
              </a:extLst>
            </p:cNvPr>
            <p:cNvSpPr/>
            <p:nvPr/>
          </p:nvSpPr>
          <p:spPr>
            <a:xfrm>
              <a:off x="6217764" y="3657365"/>
              <a:ext cx="147755" cy="12513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3A3838"/>
            </a:solidFill>
            <a:ln w="12700" cap="flat" cmpd="sng">
              <a:solidFill>
                <a:srgbClr val="17161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04;p1">
              <a:extLst>
                <a:ext uri="{FF2B5EF4-FFF2-40B4-BE49-F238E27FC236}">
                  <a16:creationId xmlns:a16="http://schemas.microsoft.com/office/drawing/2014/main" id="{5218EC57-759E-AAC2-15EA-56692C98638F}"/>
                </a:ext>
              </a:extLst>
            </p:cNvPr>
            <p:cNvSpPr/>
            <p:nvPr/>
          </p:nvSpPr>
          <p:spPr>
            <a:xfrm rot="10800000">
              <a:off x="6392174" y="3657365"/>
              <a:ext cx="147755" cy="12513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3A3838"/>
            </a:solidFill>
            <a:ln w="12700" cap="flat" cmpd="sng">
              <a:solidFill>
                <a:srgbClr val="17161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05;p1">
              <a:extLst>
                <a:ext uri="{FF2B5EF4-FFF2-40B4-BE49-F238E27FC236}">
                  <a16:creationId xmlns:a16="http://schemas.microsoft.com/office/drawing/2014/main" id="{AFF01B4E-7A25-9594-22B1-0B78ED41D587}"/>
                </a:ext>
              </a:extLst>
            </p:cNvPr>
            <p:cNvSpPr/>
            <p:nvPr/>
          </p:nvSpPr>
          <p:spPr>
            <a:xfrm>
              <a:off x="6603502" y="3592202"/>
              <a:ext cx="293699" cy="212211"/>
            </a:xfrm>
            <a:prstGeom prst="rect">
              <a:avLst/>
            </a:prstGeom>
            <a:solidFill>
              <a:srgbClr val="EDEDED"/>
            </a:solidFill>
            <a:ln w="12700" cap="flat" cmpd="sng">
              <a:solidFill>
                <a:srgbClr val="C9C9C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0" rIns="3600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i="0" u="none" strike="noStrike" cap="none" dirty="0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O6</a:t>
              </a:r>
              <a:endParaRPr sz="1400" b="1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06;p1">
              <a:extLst>
                <a:ext uri="{FF2B5EF4-FFF2-40B4-BE49-F238E27FC236}">
                  <a16:creationId xmlns:a16="http://schemas.microsoft.com/office/drawing/2014/main" id="{A6418DE3-88DC-2BE7-8CB4-F273F3E1067D}"/>
                </a:ext>
              </a:extLst>
            </p:cNvPr>
            <p:cNvSpPr/>
            <p:nvPr/>
          </p:nvSpPr>
          <p:spPr>
            <a:xfrm>
              <a:off x="6602465" y="3827854"/>
              <a:ext cx="293699" cy="212211"/>
            </a:xfrm>
            <a:prstGeom prst="rect">
              <a:avLst/>
            </a:prstGeom>
            <a:solidFill>
              <a:srgbClr val="EDEDED"/>
            </a:solidFill>
            <a:ln w="12700" cap="flat" cmpd="sng">
              <a:solidFill>
                <a:srgbClr val="C9C9C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" tIns="0" rIns="3600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dirty="0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lang="pt-BR" sz="1400" b="1" i="0" u="none" strike="noStrike" cap="none" dirty="0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 b="1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422031" y="492369"/>
            <a:ext cx="11163718" cy="5684594"/>
          </a:xfrm>
        </p:spPr>
        <p:txBody>
          <a:bodyPr numCol="4" spcCol="180000">
            <a:normAutofit fontScale="92500" lnSpcReduction="10000"/>
          </a:bodyPr>
          <a:lstStyle/>
          <a:p>
            <a:pPr marL="114300" indent="0">
              <a:buNone/>
            </a:pPr>
            <a:r>
              <a:rPr lang="pt-BR" b="1" dirty="0" err="1"/>
              <a:t>Initial</a:t>
            </a:r>
            <a:r>
              <a:rPr lang="pt-BR" b="1" dirty="0"/>
              <a:t>  </a:t>
            </a:r>
            <a:r>
              <a:rPr lang="pt-BR" b="1" dirty="0" err="1"/>
              <a:t>positioning</a:t>
            </a:r>
            <a:r>
              <a:rPr lang="pt-BR" b="1" dirty="0"/>
              <a:t>:</a:t>
            </a:r>
            <a:endParaRPr lang="pt-BR" dirty="0"/>
          </a:p>
          <a:p>
            <a:pPr marL="114300" indent="0">
              <a:buNone/>
            </a:pPr>
            <a:br>
              <a:rPr lang="pt-BR" dirty="0"/>
            </a:br>
            <a:r>
              <a:rPr lang="pt-BR" dirty="0"/>
              <a:t>O2 = false</a:t>
            </a:r>
          </a:p>
          <a:p>
            <a:pPr marL="114300" indent="0">
              <a:buNone/>
            </a:pPr>
            <a:r>
              <a:rPr lang="pt-BR" dirty="0"/>
              <a:t>O1 = </a:t>
            </a:r>
            <a:r>
              <a:rPr lang="pt-BR" dirty="0" err="1"/>
              <a:t>true</a:t>
            </a:r>
            <a:endParaRPr lang="pt-BR" dirty="0"/>
          </a:p>
          <a:p>
            <a:pPr marL="114300" indent="0">
              <a:buNone/>
            </a:pPr>
            <a:r>
              <a:rPr lang="pt-BR" dirty="0"/>
              <a:t>O3 = false</a:t>
            </a:r>
          </a:p>
          <a:p>
            <a:pPr marL="114300" indent="0">
              <a:buNone/>
            </a:pPr>
            <a:r>
              <a:rPr lang="pt-BR" dirty="0"/>
              <a:t>O4 = </a:t>
            </a:r>
            <a:r>
              <a:rPr lang="pt-BR" dirty="0" err="1"/>
              <a:t>true</a:t>
            </a:r>
            <a:endParaRPr lang="pt-BR" dirty="0"/>
          </a:p>
          <a:p>
            <a:pPr marL="114300" indent="0">
              <a:buNone/>
            </a:pPr>
            <a:r>
              <a:rPr lang="pt-BR" dirty="0"/>
              <a:t>O6 = false</a:t>
            </a:r>
          </a:p>
          <a:p>
            <a:pPr marL="114300" indent="0">
              <a:buNone/>
            </a:pPr>
            <a:r>
              <a:rPr lang="pt-BR" dirty="0"/>
              <a:t>O5 = </a:t>
            </a:r>
            <a:r>
              <a:rPr lang="pt-BR" dirty="0" err="1"/>
              <a:t>true</a:t>
            </a:r>
            <a:endParaRPr lang="pt-BR" dirty="0"/>
          </a:p>
          <a:p>
            <a:pPr marL="114300" indent="0">
              <a:buNone/>
            </a:pPr>
            <a:br>
              <a:rPr lang="pt-BR" dirty="0"/>
            </a:br>
            <a:endParaRPr lang="pt-BR" dirty="0"/>
          </a:p>
          <a:p>
            <a:pPr marL="114300" indent="0">
              <a:buNone/>
            </a:pPr>
            <a:endParaRPr lang="pt-BR" dirty="0"/>
          </a:p>
          <a:p>
            <a:pPr marL="114300" indent="0">
              <a:buNone/>
            </a:pPr>
            <a:endParaRPr lang="pt-BR" dirty="0"/>
          </a:p>
          <a:p>
            <a:pPr marL="114300" indent="0">
              <a:buNone/>
            </a:pPr>
            <a:r>
              <a:rPr lang="pt-BR" b="1" dirty="0" err="1"/>
              <a:t>Sequence</a:t>
            </a:r>
            <a:r>
              <a:rPr lang="pt-BR" b="1" dirty="0"/>
              <a:t>:</a:t>
            </a:r>
            <a:endParaRPr lang="pt-BR" dirty="0"/>
          </a:p>
          <a:p>
            <a:pPr marL="114300" indent="0">
              <a:buNone/>
            </a:pPr>
            <a:r>
              <a:rPr lang="pt-BR" dirty="0"/>
              <a:t>(1) </a:t>
            </a:r>
            <a:r>
              <a:rPr lang="pt-BR" i="1" dirty="0"/>
              <a:t>“</a:t>
            </a:r>
            <a:r>
              <a:rPr lang="pt-BR" i="1" dirty="0" err="1"/>
              <a:t>Lowering</a:t>
            </a:r>
            <a:r>
              <a:rPr lang="pt-BR" i="1" dirty="0"/>
              <a:t>”</a:t>
            </a:r>
          </a:p>
          <a:p>
            <a:pPr marL="114300" indent="0">
              <a:buNone/>
            </a:pPr>
            <a:r>
              <a:rPr lang="pt-BR" dirty="0"/>
              <a:t>O4 = false</a:t>
            </a:r>
          </a:p>
          <a:p>
            <a:pPr marL="114300" indent="0">
              <a:buNone/>
            </a:pPr>
            <a:r>
              <a:rPr lang="pt-BR" dirty="0"/>
              <a:t>O3 = </a:t>
            </a:r>
            <a:r>
              <a:rPr lang="pt-BR" dirty="0" err="1"/>
              <a:t>true</a:t>
            </a:r>
            <a:endParaRPr lang="pt-BR" dirty="0"/>
          </a:p>
          <a:p>
            <a:pPr marL="114300" indent="0">
              <a:buNone/>
            </a:pPr>
            <a:br>
              <a:rPr lang="pt-BR" dirty="0"/>
            </a:br>
            <a:r>
              <a:rPr lang="pt-BR" dirty="0"/>
              <a:t>(2) </a:t>
            </a:r>
            <a:r>
              <a:rPr lang="pt-BR" i="1" dirty="0"/>
              <a:t>“</a:t>
            </a:r>
            <a:r>
              <a:rPr lang="pt-BR" i="1" dirty="0" err="1"/>
              <a:t>Grabbing</a:t>
            </a:r>
            <a:r>
              <a:rPr lang="pt-BR" i="1" dirty="0"/>
              <a:t>”</a:t>
            </a:r>
          </a:p>
          <a:p>
            <a:pPr marL="114300" indent="0">
              <a:buNone/>
            </a:pPr>
            <a:r>
              <a:rPr lang="pt-BR" dirty="0"/>
              <a:t>O5 = false</a:t>
            </a:r>
          </a:p>
          <a:p>
            <a:pPr marL="114300" indent="0">
              <a:buNone/>
            </a:pPr>
            <a:r>
              <a:rPr lang="pt-BR" dirty="0"/>
              <a:t>O6 = </a:t>
            </a:r>
            <a:r>
              <a:rPr lang="pt-BR" dirty="0" err="1"/>
              <a:t>true</a:t>
            </a:r>
            <a:endParaRPr lang="pt-BR" dirty="0"/>
          </a:p>
          <a:p>
            <a:pPr marL="114300" indent="0">
              <a:buNone/>
            </a:pPr>
            <a:br>
              <a:rPr lang="pt-BR" dirty="0"/>
            </a:br>
            <a:r>
              <a:rPr lang="pt-BR" dirty="0"/>
              <a:t>(3) </a:t>
            </a:r>
            <a:r>
              <a:rPr lang="pt-BR" i="1" dirty="0"/>
              <a:t>“Lifting”</a:t>
            </a:r>
          </a:p>
          <a:p>
            <a:pPr marL="114300" indent="0">
              <a:buNone/>
            </a:pPr>
            <a:r>
              <a:rPr lang="pt-BR" dirty="0"/>
              <a:t>O3 = false</a:t>
            </a:r>
          </a:p>
          <a:p>
            <a:pPr marL="114300" indent="0">
              <a:buNone/>
            </a:pPr>
            <a:r>
              <a:rPr lang="pt-BR" dirty="0"/>
              <a:t>O4 = </a:t>
            </a:r>
            <a:r>
              <a:rPr lang="pt-BR" dirty="0" err="1"/>
              <a:t>true</a:t>
            </a:r>
            <a:endParaRPr lang="pt-BR" dirty="0"/>
          </a:p>
          <a:p>
            <a:pPr marL="114300" indent="0">
              <a:buNone/>
            </a:pPr>
            <a:br>
              <a:rPr lang="pt-BR" dirty="0"/>
            </a:br>
            <a:endParaRPr lang="pt-BR" dirty="0"/>
          </a:p>
          <a:p>
            <a:pPr marL="114300" indent="0">
              <a:buNone/>
            </a:pPr>
            <a:r>
              <a:rPr lang="pt-BR" dirty="0"/>
              <a:t>(3) </a:t>
            </a:r>
            <a:r>
              <a:rPr lang="pt-BR" i="1" dirty="0"/>
              <a:t>“</a:t>
            </a:r>
            <a:r>
              <a:rPr lang="pt-BR" i="1" dirty="0" err="1"/>
              <a:t>Sliding</a:t>
            </a:r>
            <a:r>
              <a:rPr lang="pt-BR" i="1" dirty="0"/>
              <a:t> </a:t>
            </a:r>
            <a:r>
              <a:rPr lang="pt-BR" i="1" dirty="0" err="1"/>
              <a:t>left</a:t>
            </a:r>
            <a:r>
              <a:rPr lang="pt-BR" i="1" dirty="0"/>
              <a:t>”</a:t>
            </a:r>
          </a:p>
          <a:p>
            <a:pPr marL="114300" indent="0">
              <a:buNone/>
            </a:pPr>
            <a:r>
              <a:rPr lang="pt-BR" dirty="0"/>
              <a:t>O1 = false</a:t>
            </a:r>
          </a:p>
          <a:p>
            <a:pPr marL="114300" indent="0">
              <a:buNone/>
            </a:pPr>
            <a:r>
              <a:rPr lang="pt-BR" dirty="0"/>
              <a:t>O2 = </a:t>
            </a:r>
            <a:r>
              <a:rPr lang="pt-BR" dirty="0" err="1"/>
              <a:t>true</a:t>
            </a:r>
            <a:endParaRPr lang="pt-BR" dirty="0"/>
          </a:p>
          <a:p>
            <a:pPr marL="114300" indent="0">
              <a:buNone/>
            </a:pPr>
            <a:br>
              <a:rPr lang="pt-BR" dirty="0"/>
            </a:br>
            <a:r>
              <a:rPr lang="pt-BR" dirty="0"/>
              <a:t>(1) </a:t>
            </a:r>
            <a:r>
              <a:rPr lang="pt-BR" i="1" dirty="0"/>
              <a:t>“</a:t>
            </a:r>
            <a:r>
              <a:rPr lang="pt-BR" i="1" dirty="0" err="1"/>
              <a:t>Lowering</a:t>
            </a:r>
            <a:r>
              <a:rPr lang="pt-BR" i="1" dirty="0"/>
              <a:t>”</a:t>
            </a:r>
          </a:p>
          <a:p>
            <a:pPr marL="114300" indent="0">
              <a:buNone/>
            </a:pPr>
            <a:r>
              <a:rPr lang="pt-BR" dirty="0"/>
              <a:t>O4 = false</a:t>
            </a:r>
          </a:p>
          <a:p>
            <a:pPr marL="114300" indent="0">
              <a:buNone/>
            </a:pPr>
            <a:r>
              <a:rPr lang="pt-BR" dirty="0"/>
              <a:t>O3 = </a:t>
            </a:r>
            <a:r>
              <a:rPr lang="pt-BR" dirty="0" err="1"/>
              <a:t>true</a:t>
            </a:r>
            <a:endParaRPr lang="pt-BR" dirty="0"/>
          </a:p>
          <a:p>
            <a:pPr marL="114300" indent="0">
              <a:buNone/>
            </a:pPr>
            <a:br>
              <a:rPr lang="pt-BR" dirty="0"/>
            </a:br>
            <a:r>
              <a:rPr lang="pt-BR" dirty="0"/>
              <a:t>(2) </a:t>
            </a:r>
            <a:r>
              <a:rPr lang="pt-BR" i="1" dirty="0"/>
              <a:t>“</a:t>
            </a:r>
            <a:r>
              <a:rPr lang="pt-BR" i="1" dirty="0" err="1"/>
              <a:t>Dropping</a:t>
            </a:r>
            <a:r>
              <a:rPr lang="pt-BR" i="1" dirty="0"/>
              <a:t>”</a:t>
            </a:r>
          </a:p>
          <a:p>
            <a:pPr marL="114300" indent="0">
              <a:buNone/>
            </a:pPr>
            <a:r>
              <a:rPr lang="pt-BR" dirty="0"/>
              <a:t>O6 = false</a:t>
            </a:r>
          </a:p>
          <a:p>
            <a:pPr marL="114300" indent="0">
              <a:buNone/>
            </a:pPr>
            <a:r>
              <a:rPr lang="pt-BR" dirty="0"/>
              <a:t>O5 = </a:t>
            </a:r>
            <a:r>
              <a:rPr lang="pt-BR" dirty="0" err="1"/>
              <a:t>true</a:t>
            </a:r>
            <a:endParaRPr lang="pt-BR" dirty="0"/>
          </a:p>
          <a:p>
            <a:pPr marL="114300" indent="0">
              <a:buNone/>
            </a:pPr>
            <a:br>
              <a:rPr lang="pt-BR" dirty="0"/>
            </a:br>
            <a:endParaRPr lang="pt-BR" dirty="0"/>
          </a:p>
          <a:p>
            <a:pPr marL="114300" indent="0">
              <a:buNone/>
            </a:pPr>
            <a:r>
              <a:rPr lang="pt-BR" dirty="0"/>
              <a:t>(3) </a:t>
            </a:r>
            <a:r>
              <a:rPr lang="pt-BR" i="1" dirty="0"/>
              <a:t>“Lifting”</a:t>
            </a:r>
          </a:p>
          <a:p>
            <a:pPr marL="114300" indent="0">
              <a:buNone/>
            </a:pPr>
            <a:r>
              <a:rPr lang="pt-BR" dirty="0"/>
              <a:t>O3 = false</a:t>
            </a:r>
          </a:p>
          <a:p>
            <a:pPr marL="114300" indent="0">
              <a:buNone/>
            </a:pPr>
            <a:r>
              <a:rPr lang="pt-BR" dirty="0"/>
              <a:t>O4 = </a:t>
            </a:r>
            <a:r>
              <a:rPr lang="pt-BR" dirty="0" err="1"/>
              <a:t>true</a:t>
            </a:r>
            <a:endParaRPr lang="pt-BR" dirty="0"/>
          </a:p>
          <a:p>
            <a:pPr marL="114300" indent="0">
              <a:buNone/>
            </a:pPr>
            <a:br>
              <a:rPr lang="pt-BR" dirty="0"/>
            </a:br>
            <a:r>
              <a:rPr lang="pt-BR" dirty="0"/>
              <a:t>(3) </a:t>
            </a:r>
            <a:r>
              <a:rPr lang="pt-BR" i="1" dirty="0"/>
              <a:t>“</a:t>
            </a:r>
            <a:r>
              <a:rPr lang="pt-BR" i="1" dirty="0" err="1"/>
              <a:t>Sliding</a:t>
            </a:r>
            <a:r>
              <a:rPr lang="pt-BR" i="1" dirty="0"/>
              <a:t> </a:t>
            </a:r>
            <a:r>
              <a:rPr lang="pt-BR" i="1" dirty="0" err="1"/>
              <a:t>right</a:t>
            </a:r>
            <a:r>
              <a:rPr lang="pt-BR" i="1" dirty="0"/>
              <a:t>”</a:t>
            </a:r>
          </a:p>
          <a:p>
            <a:pPr marL="114300" indent="0">
              <a:buNone/>
            </a:pPr>
            <a:r>
              <a:rPr lang="pt-BR" dirty="0"/>
              <a:t>O2 = false</a:t>
            </a:r>
          </a:p>
          <a:p>
            <a:pPr marL="114300" indent="0">
              <a:buNone/>
            </a:pPr>
            <a:r>
              <a:rPr lang="pt-BR" dirty="0"/>
              <a:t>O1 = </a:t>
            </a:r>
            <a:r>
              <a:rPr lang="pt-BR" dirty="0" err="1"/>
              <a:t>true</a:t>
            </a:r>
            <a:endParaRPr lang="pt-BR" dirty="0"/>
          </a:p>
          <a:p>
            <a:pPr marL="114300" indent="0">
              <a:buNone/>
            </a:pPr>
            <a:br>
              <a:rPr lang="pt-BR" dirty="0"/>
            </a:br>
            <a:r>
              <a:rPr lang="pt-BR" b="1" dirty="0" err="1"/>
              <a:t>repeat</a:t>
            </a:r>
            <a:r>
              <a:rPr lang="pt-BR" b="1" dirty="0"/>
              <a:t>…</a:t>
            </a:r>
            <a:endParaRPr lang="pt-BR" dirty="0"/>
          </a:p>
          <a:p>
            <a:pPr marL="114300" indent="0">
              <a:buNone/>
            </a:pP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5012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146</Words>
  <Application>Microsoft Office PowerPoint</Application>
  <PresentationFormat>Widescreen</PresentationFormat>
  <Paragraphs>51</Paragraphs>
  <Slides>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5" baseType="lpstr">
      <vt:lpstr>Arial</vt:lpstr>
      <vt:lpstr>Calibri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Andre Oliveira</dc:creator>
  <cp:lastModifiedBy>ALEX SILVEIRA DE CAMPOS</cp:lastModifiedBy>
  <cp:revision>2</cp:revision>
  <dcterms:created xsi:type="dcterms:W3CDTF">2022-08-04T20:51:44Z</dcterms:created>
  <dcterms:modified xsi:type="dcterms:W3CDTF">2026-02-03T02:40:48Z</dcterms:modified>
</cp:coreProperties>
</file>